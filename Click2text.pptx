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9" r:id="rId3"/>
    <p:sldId id="270" r:id="rId4"/>
    <p:sldId id="274" r:id="rId5"/>
    <p:sldId id="271" r:id="rId6"/>
    <p:sldId id="272" r:id="rId7"/>
    <p:sldId id="273" r:id="rId8"/>
    <p:sldId id="258" r:id="rId9"/>
    <p:sldId id="259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0" autoAdjust="0"/>
    <p:restoredTop sz="94660"/>
  </p:normalViewPr>
  <p:slideViewPr>
    <p:cSldViewPr>
      <p:cViewPr varScale="1">
        <p:scale>
          <a:sx n="69" d="100"/>
          <a:sy n="69" d="100"/>
        </p:scale>
        <p:origin x="-86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20EE84-88AE-4FEA-B315-37FD6D8B9A57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528B42-086C-4C4B-AF71-3247B47C635E}">
      <dgm:prSet phldrT="[Text]"/>
      <dgm:spPr/>
      <dgm:t>
        <a:bodyPr/>
        <a:lstStyle/>
        <a:p>
          <a:r>
            <a:rPr lang="en-US" dirty="0" smtClean="0"/>
            <a:t>Instructors</a:t>
          </a:r>
          <a:endParaRPr lang="en-US" dirty="0"/>
        </a:p>
      </dgm:t>
    </dgm:pt>
    <dgm:pt modelId="{BEC3F96C-A1B3-4028-9109-D42F222BD29F}" type="parTrans" cxnId="{49D90190-B1F3-4113-B235-407F0B16FB64}">
      <dgm:prSet/>
      <dgm:spPr/>
      <dgm:t>
        <a:bodyPr/>
        <a:lstStyle/>
        <a:p>
          <a:endParaRPr lang="en-US"/>
        </a:p>
      </dgm:t>
    </dgm:pt>
    <dgm:pt modelId="{EEEE5B9C-F660-46E9-BBE6-FEC5ED219D68}" type="sibTrans" cxnId="{49D90190-B1F3-4113-B235-407F0B16FB64}">
      <dgm:prSet/>
      <dgm:spPr/>
      <dgm:t>
        <a:bodyPr/>
        <a:lstStyle/>
        <a:p>
          <a:endParaRPr lang="en-US"/>
        </a:p>
      </dgm:t>
    </dgm:pt>
    <dgm:pt modelId="{5DE21054-D5F5-45E9-BB90-271426FEF67B}">
      <dgm:prSet phldrT="[Text]"/>
      <dgm:spPr/>
      <dgm:t>
        <a:bodyPr/>
        <a:lstStyle/>
        <a:p>
          <a:r>
            <a:rPr lang="en-US" dirty="0" smtClean="0"/>
            <a:t>Large Class Size</a:t>
          </a:r>
          <a:endParaRPr lang="en-US" dirty="0"/>
        </a:p>
      </dgm:t>
    </dgm:pt>
    <dgm:pt modelId="{BAE0FFEB-93AF-4B62-B58B-46F5C401076A}" type="parTrans" cxnId="{29744461-AE72-45F2-84FC-6AE0976E9416}">
      <dgm:prSet/>
      <dgm:spPr/>
      <dgm:t>
        <a:bodyPr/>
        <a:lstStyle/>
        <a:p>
          <a:endParaRPr lang="en-US"/>
        </a:p>
      </dgm:t>
    </dgm:pt>
    <dgm:pt modelId="{21B64453-7D69-48CD-A218-0FEFFEF02818}" type="sibTrans" cxnId="{29744461-AE72-45F2-84FC-6AE0976E9416}">
      <dgm:prSet/>
      <dgm:spPr/>
      <dgm:t>
        <a:bodyPr/>
        <a:lstStyle/>
        <a:p>
          <a:endParaRPr lang="en-US"/>
        </a:p>
      </dgm:t>
    </dgm:pt>
    <dgm:pt modelId="{0B4D79C6-4C7F-4021-9AA8-A07CC1EF4511}">
      <dgm:prSet phldrT="[Text]"/>
      <dgm:spPr/>
      <dgm:t>
        <a:bodyPr/>
        <a:lstStyle/>
        <a:p>
          <a:r>
            <a:rPr lang="en-US" dirty="0" smtClean="0"/>
            <a:t>Small Class Size</a:t>
          </a:r>
          <a:endParaRPr lang="en-US" dirty="0"/>
        </a:p>
      </dgm:t>
    </dgm:pt>
    <dgm:pt modelId="{AE9CFE8F-C13B-4281-B0CB-36732A33B2FA}" type="parTrans" cxnId="{AB834F3A-7F21-4C0D-8B84-B96ED47C4780}">
      <dgm:prSet/>
      <dgm:spPr/>
      <dgm:t>
        <a:bodyPr/>
        <a:lstStyle/>
        <a:p>
          <a:endParaRPr lang="en-US"/>
        </a:p>
      </dgm:t>
    </dgm:pt>
    <dgm:pt modelId="{4356383E-9136-487C-A7C2-6D0050AD2B58}" type="sibTrans" cxnId="{AB834F3A-7F21-4C0D-8B84-B96ED47C4780}">
      <dgm:prSet/>
      <dgm:spPr/>
      <dgm:t>
        <a:bodyPr/>
        <a:lstStyle/>
        <a:p>
          <a:endParaRPr lang="en-US"/>
        </a:p>
      </dgm:t>
    </dgm:pt>
    <dgm:pt modelId="{E377FEA2-F329-494D-B885-AAB2B1BF47D0}">
      <dgm:prSet phldrT="[Text]"/>
      <dgm:spPr/>
      <dgm:t>
        <a:bodyPr/>
        <a:lstStyle/>
        <a:p>
          <a:r>
            <a:rPr lang="en-US" dirty="0" smtClean="0"/>
            <a:t>STEM Education</a:t>
          </a:r>
          <a:endParaRPr lang="en-US" dirty="0"/>
        </a:p>
      </dgm:t>
    </dgm:pt>
    <dgm:pt modelId="{BC183644-8FC7-4969-9C82-7475D6EA6682}" type="parTrans" cxnId="{BDEAEF4C-B444-44A2-973E-72BF94BE3F9B}">
      <dgm:prSet/>
      <dgm:spPr/>
      <dgm:t>
        <a:bodyPr/>
        <a:lstStyle/>
        <a:p>
          <a:endParaRPr lang="en-US"/>
        </a:p>
      </dgm:t>
    </dgm:pt>
    <dgm:pt modelId="{99BEB2AA-9584-4A64-AFE1-F8AA3F1F68D0}" type="sibTrans" cxnId="{BDEAEF4C-B444-44A2-973E-72BF94BE3F9B}">
      <dgm:prSet/>
      <dgm:spPr/>
      <dgm:t>
        <a:bodyPr/>
        <a:lstStyle/>
        <a:p>
          <a:endParaRPr lang="en-US"/>
        </a:p>
      </dgm:t>
    </dgm:pt>
    <dgm:pt modelId="{F94428DE-63F5-4525-833E-5D6F187B8AFA}">
      <dgm:prSet phldrT="[Text]"/>
      <dgm:spPr/>
      <dgm:t>
        <a:bodyPr/>
        <a:lstStyle/>
        <a:p>
          <a:r>
            <a:rPr lang="en-US" dirty="0" smtClean="0"/>
            <a:t>Other Education</a:t>
          </a:r>
          <a:endParaRPr lang="en-US" dirty="0"/>
        </a:p>
      </dgm:t>
    </dgm:pt>
    <dgm:pt modelId="{C81F70A1-BA8A-4E6E-8C88-8486376FCE5D}" type="parTrans" cxnId="{7549B007-AB5D-4169-B89C-612E8773ED14}">
      <dgm:prSet/>
      <dgm:spPr/>
      <dgm:t>
        <a:bodyPr/>
        <a:lstStyle/>
        <a:p>
          <a:endParaRPr lang="en-US"/>
        </a:p>
      </dgm:t>
    </dgm:pt>
    <dgm:pt modelId="{7AD40E9D-3CC3-47AE-93B3-018DFE4AA136}" type="sibTrans" cxnId="{7549B007-AB5D-4169-B89C-612E8773ED14}">
      <dgm:prSet/>
      <dgm:spPr/>
      <dgm:t>
        <a:bodyPr/>
        <a:lstStyle/>
        <a:p>
          <a:endParaRPr lang="en-US"/>
        </a:p>
      </dgm:t>
    </dgm:pt>
    <dgm:pt modelId="{2C01A07A-7F75-4F3F-9BCB-5A990BAFBEEC}" type="pres">
      <dgm:prSet presAssocID="{9B20EE84-88AE-4FEA-B315-37FD6D8B9A57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687F4CBD-BDE5-4747-9B36-0611D45FAEAE}" type="pres">
      <dgm:prSet presAssocID="{B0528B42-086C-4C4B-AF71-3247B47C635E}" presName="hierRoot1" presStyleCnt="0">
        <dgm:presLayoutVars>
          <dgm:hierBranch val="init"/>
        </dgm:presLayoutVars>
      </dgm:prSet>
      <dgm:spPr/>
    </dgm:pt>
    <dgm:pt modelId="{08E0216C-8955-4851-9C2F-A7DC9DBAB273}" type="pres">
      <dgm:prSet presAssocID="{B0528B42-086C-4C4B-AF71-3247B47C635E}" presName="rootComposite1" presStyleCnt="0"/>
      <dgm:spPr/>
    </dgm:pt>
    <dgm:pt modelId="{99EFC0D2-DDC4-4402-BC3B-E35DE14D09D9}" type="pres">
      <dgm:prSet presAssocID="{B0528B42-086C-4C4B-AF71-3247B47C635E}" presName="rootText1" presStyleLbl="alignAcc1" presStyleIdx="0" presStyleCnt="0" custLinFactY="-80149" custLinFactNeighborX="93865" custLinFactNeighborY="-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83BB1ED-E0A1-491B-86EF-EFC819B83668}" type="pres">
      <dgm:prSet presAssocID="{B0528B42-086C-4C4B-AF71-3247B47C635E}" presName="topArc1" presStyleLbl="parChTrans1D1" presStyleIdx="0" presStyleCnt="10"/>
      <dgm:spPr/>
    </dgm:pt>
    <dgm:pt modelId="{E48989C7-38DC-47D2-8779-52AE9355699D}" type="pres">
      <dgm:prSet presAssocID="{B0528B42-086C-4C4B-AF71-3247B47C635E}" presName="bottomArc1" presStyleLbl="parChTrans1D1" presStyleIdx="1" presStyleCnt="10"/>
      <dgm:spPr/>
    </dgm:pt>
    <dgm:pt modelId="{73A80EB4-E905-42AE-846B-6F50FD6AF220}" type="pres">
      <dgm:prSet presAssocID="{B0528B42-086C-4C4B-AF71-3247B47C635E}" presName="topConnNode1" presStyleLbl="node1" presStyleIdx="0" presStyleCnt="0"/>
      <dgm:spPr/>
      <dgm:t>
        <a:bodyPr/>
        <a:lstStyle/>
        <a:p>
          <a:endParaRPr lang="en-US"/>
        </a:p>
      </dgm:t>
    </dgm:pt>
    <dgm:pt modelId="{83B95F6E-B2E0-4108-8AB8-34020750E54D}" type="pres">
      <dgm:prSet presAssocID="{B0528B42-086C-4C4B-AF71-3247B47C635E}" presName="hierChild2" presStyleCnt="0"/>
      <dgm:spPr/>
    </dgm:pt>
    <dgm:pt modelId="{A755D08B-590E-4088-BA3F-F6548A204F65}" type="pres">
      <dgm:prSet presAssocID="{BAE0FFEB-93AF-4B62-B58B-46F5C401076A}" presName="Name28" presStyleLbl="parChTrans1D2" presStyleIdx="0" presStyleCnt="2"/>
      <dgm:spPr/>
      <dgm:t>
        <a:bodyPr/>
        <a:lstStyle/>
        <a:p>
          <a:endParaRPr lang="en-US"/>
        </a:p>
      </dgm:t>
    </dgm:pt>
    <dgm:pt modelId="{58B996AC-C0C5-436A-9257-88FB3C5E4BA7}" type="pres">
      <dgm:prSet presAssocID="{5DE21054-D5F5-45E9-BB90-271426FEF67B}" presName="hierRoot2" presStyleCnt="0">
        <dgm:presLayoutVars>
          <dgm:hierBranch val="init"/>
        </dgm:presLayoutVars>
      </dgm:prSet>
      <dgm:spPr/>
    </dgm:pt>
    <dgm:pt modelId="{A6FA63F0-A5AD-47F7-A6BC-F60F997BC4CF}" type="pres">
      <dgm:prSet presAssocID="{5DE21054-D5F5-45E9-BB90-271426FEF67B}" presName="rootComposite2" presStyleCnt="0"/>
      <dgm:spPr/>
    </dgm:pt>
    <dgm:pt modelId="{68B792B7-8DA1-4178-823B-D8235FFAC30B}" type="pres">
      <dgm:prSet presAssocID="{5DE21054-D5F5-45E9-BB90-271426FEF67B}" presName="rootText2" presStyleLbl="alignAcc1" presStyleIdx="0" presStyleCnt="0" custLinFactY="-80149" custLinFactNeighborX="93865" custLinFactNeighborY="-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7B61C0A-0349-43F2-80D4-0F6515AC18B5}" type="pres">
      <dgm:prSet presAssocID="{5DE21054-D5F5-45E9-BB90-271426FEF67B}" presName="topArc2" presStyleLbl="parChTrans1D1" presStyleIdx="2" presStyleCnt="10"/>
      <dgm:spPr/>
    </dgm:pt>
    <dgm:pt modelId="{C5CA1972-0FDB-4784-93AB-79AD4279352F}" type="pres">
      <dgm:prSet presAssocID="{5DE21054-D5F5-45E9-BB90-271426FEF67B}" presName="bottomArc2" presStyleLbl="parChTrans1D1" presStyleIdx="3" presStyleCnt="10"/>
      <dgm:spPr/>
    </dgm:pt>
    <dgm:pt modelId="{8CA20FB4-85C6-4266-BC90-853E63CB86D1}" type="pres">
      <dgm:prSet presAssocID="{5DE21054-D5F5-45E9-BB90-271426FEF67B}" presName="topConnNode2" presStyleLbl="node2" presStyleIdx="0" presStyleCnt="0"/>
      <dgm:spPr/>
      <dgm:t>
        <a:bodyPr/>
        <a:lstStyle/>
        <a:p>
          <a:endParaRPr lang="en-US"/>
        </a:p>
      </dgm:t>
    </dgm:pt>
    <dgm:pt modelId="{CFA48368-19BB-4E63-BDE0-7F92A5A2CD69}" type="pres">
      <dgm:prSet presAssocID="{5DE21054-D5F5-45E9-BB90-271426FEF67B}" presName="hierChild4" presStyleCnt="0"/>
      <dgm:spPr/>
    </dgm:pt>
    <dgm:pt modelId="{49BC1FCC-2C62-4C6F-8E96-C75EB1B9DAA9}" type="pres">
      <dgm:prSet presAssocID="{5DE21054-D5F5-45E9-BB90-271426FEF67B}" presName="hierChild5" presStyleCnt="0"/>
      <dgm:spPr/>
    </dgm:pt>
    <dgm:pt modelId="{295EB999-59ED-46E0-A147-51CDEAA4AD2B}" type="pres">
      <dgm:prSet presAssocID="{AE9CFE8F-C13B-4281-B0CB-36732A33B2FA}" presName="Name28" presStyleLbl="parChTrans1D2" presStyleIdx="1" presStyleCnt="2"/>
      <dgm:spPr/>
      <dgm:t>
        <a:bodyPr/>
        <a:lstStyle/>
        <a:p>
          <a:endParaRPr lang="en-US"/>
        </a:p>
      </dgm:t>
    </dgm:pt>
    <dgm:pt modelId="{6EC49C09-889A-4E21-9529-7C8252854457}" type="pres">
      <dgm:prSet presAssocID="{0B4D79C6-4C7F-4021-9AA8-A07CC1EF4511}" presName="hierRoot2" presStyleCnt="0">
        <dgm:presLayoutVars>
          <dgm:hierBranch val="init"/>
        </dgm:presLayoutVars>
      </dgm:prSet>
      <dgm:spPr/>
    </dgm:pt>
    <dgm:pt modelId="{D9070B13-1431-4A41-963B-41D6CE5B3556}" type="pres">
      <dgm:prSet presAssocID="{0B4D79C6-4C7F-4021-9AA8-A07CC1EF4511}" presName="rootComposite2" presStyleCnt="0"/>
      <dgm:spPr/>
    </dgm:pt>
    <dgm:pt modelId="{BD2D4C53-7380-43D6-8C03-E152AFAACABF}" type="pres">
      <dgm:prSet presAssocID="{0B4D79C6-4C7F-4021-9AA8-A07CC1EF4511}" presName="rootText2" presStyleLbl="alignAcc1" presStyleIdx="0" presStyleCnt="0" custLinFactY="-80149" custLinFactNeighborX="93865" custLinFactNeighborY="-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4ADCA23-ACAF-403C-AD23-AE76939FA2C0}" type="pres">
      <dgm:prSet presAssocID="{0B4D79C6-4C7F-4021-9AA8-A07CC1EF4511}" presName="topArc2" presStyleLbl="parChTrans1D1" presStyleIdx="4" presStyleCnt="10"/>
      <dgm:spPr/>
    </dgm:pt>
    <dgm:pt modelId="{78091AA1-6E5C-4D64-AC24-810DD3E3A5B7}" type="pres">
      <dgm:prSet presAssocID="{0B4D79C6-4C7F-4021-9AA8-A07CC1EF4511}" presName="bottomArc2" presStyleLbl="parChTrans1D1" presStyleIdx="5" presStyleCnt="10"/>
      <dgm:spPr/>
    </dgm:pt>
    <dgm:pt modelId="{D63E7C5C-152C-4792-8869-47365B4191A6}" type="pres">
      <dgm:prSet presAssocID="{0B4D79C6-4C7F-4021-9AA8-A07CC1EF4511}" presName="topConnNode2" presStyleLbl="node2" presStyleIdx="0" presStyleCnt="0"/>
      <dgm:spPr/>
      <dgm:t>
        <a:bodyPr/>
        <a:lstStyle/>
        <a:p>
          <a:endParaRPr lang="en-US"/>
        </a:p>
      </dgm:t>
    </dgm:pt>
    <dgm:pt modelId="{72789B5E-0613-4AE2-B00F-B995A0845A09}" type="pres">
      <dgm:prSet presAssocID="{0B4D79C6-4C7F-4021-9AA8-A07CC1EF4511}" presName="hierChild4" presStyleCnt="0"/>
      <dgm:spPr/>
    </dgm:pt>
    <dgm:pt modelId="{2CEC415C-292E-47A6-B471-7F6C511396BB}" type="pres">
      <dgm:prSet presAssocID="{0B4D79C6-4C7F-4021-9AA8-A07CC1EF4511}" presName="hierChild5" presStyleCnt="0"/>
      <dgm:spPr/>
    </dgm:pt>
    <dgm:pt modelId="{855B1746-4FF7-40A3-942E-1F7FA11D3045}" type="pres">
      <dgm:prSet presAssocID="{B0528B42-086C-4C4B-AF71-3247B47C635E}" presName="hierChild3" presStyleCnt="0"/>
      <dgm:spPr/>
    </dgm:pt>
    <dgm:pt modelId="{1215E465-C392-4ABE-A12D-C46D70D7EE5D}" type="pres">
      <dgm:prSet presAssocID="{E377FEA2-F329-494D-B885-AAB2B1BF47D0}" presName="hierRoot1" presStyleCnt="0">
        <dgm:presLayoutVars>
          <dgm:hierBranch val="init"/>
        </dgm:presLayoutVars>
      </dgm:prSet>
      <dgm:spPr/>
    </dgm:pt>
    <dgm:pt modelId="{2F610592-7348-4628-A672-3C5B8B16D768}" type="pres">
      <dgm:prSet presAssocID="{E377FEA2-F329-494D-B885-AAB2B1BF47D0}" presName="rootComposite1" presStyleCnt="0"/>
      <dgm:spPr/>
    </dgm:pt>
    <dgm:pt modelId="{A4AA7443-1E5E-49CB-B6CB-EEE4E92DEADE}" type="pres">
      <dgm:prSet presAssocID="{E377FEA2-F329-494D-B885-AAB2B1BF47D0}" presName="rootText1" presStyleLbl="alignAcc1" presStyleIdx="0" presStyleCnt="0" custLinFactY="200000" custLinFactNeighborX="-87635" custLinFactNeighborY="21182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852C493-7E7D-422E-BC86-644DE5540BBA}" type="pres">
      <dgm:prSet presAssocID="{E377FEA2-F329-494D-B885-AAB2B1BF47D0}" presName="topArc1" presStyleLbl="parChTrans1D1" presStyleIdx="6" presStyleCnt="10"/>
      <dgm:spPr/>
    </dgm:pt>
    <dgm:pt modelId="{4D61576F-BF4E-4FAB-B059-24AF4DE32433}" type="pres">
      <dgm:prSet presAssocID="{E377FEA2-F329-494D-B885-AAB2B1BF47D0}" presName="bottomArc1" presStyleLbl="parChTrans1D1" presStyleIdx="7" presStyleCnt="10"/>
      <dgm:spPr/>
    </dgm:pt>
    <dgm:pt modelId="{8EF198BD-EC0C-44B3-9E67-0DECF663CD85}" type="pres">
      <dgm:prSet presAssocID="{E377FEA2-F329-494D-B885-AAB2B1BF47D0}" presName="topConnNode1" presStyleLbl="node1" presStyleIdx="0" presStyleCnt="0"/>
      <dgm:spPr/>
      <dgm:t>
        <a:bodyPr/>
        <a:lstStyle/>
        <a:p>
          <a:endParaRPr lang="en-US"/>
        </a:p>
      </dgm:t>
    </dgm:pt>
    <dgm:pt modelId="{57C82C36-E88B-4AF2-A554-02B49E31F720}" type="pres">
      <dgm:prSet presAssocID="{E377FEA2-F329-494D-B885-AAB2B1BF47D0}" presName="hierChild2" presStyleCnt="0"/>
      <dgm:spPr/>
    </dgm:pt>
    <dgm:pt modelId="{5BF4FFB6-6625-4337-972B-DB2EF22521A0}" type="pres">
      <dgm:prSet presAssocID="{E377FEA2-F329-494D-B885-AAB2B1BF47D0}" presName="hierChild3" presStyleCnt="0"/>
      <dgm:spPr/>
    </dgm:pt>
    <dgm:pt modelId="{EA9E0C77-1C10-4C47-B159-6F4DA494E5A8}" type="pres">
      <dgm:prSet presAssocID="{F94428DE-63F5-4525-833E-5D6F187B8AFA}" presName="hierRoot1" presStyleCnt="0">
        <dgm:presLayoutVars>
          <dgm:hierBranch val="init"/>
        </dgm:presLayoutVars>
      </dgm:prSet>
      <dgm:spPr/>
    </dgm:pt>
    <dgm:pt modelId="{5A7939B8-2E45-4390-9407-CA3F901FCCF6}" type="pres">
      <dgm:prSet presAssocID="{F94428DE-63F5-4525-833E-5D6F187B8AFA}" presName="rootComposite1" presStyleCnt="0"/>
      <dgm:spPr/>
    </dgm:pt>
    <dgm:pt modelId="{3CE5CDB9-AD68-4CAD-94E7-806544D3AA44}" type="pres">
      <dgm:prSet presAssocID="{F94428DE-63F5-4525-833E-5D6F187B8AFA}" presName="rootText1" presStyleLbl="alignAcc1" presStyleIdx="0" presStyleCnt="0" custLinFactY="200000" custLinFactNeighborX="-89362" custLinFactNeighborY="21182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27D74DB-915B-409B-995E-04914C91AFD7}" type="pres">
      <dgm:prSet presAssocID="{F94428DE-63F5-4525-833E-5D6F187B8AFA}" presName="topArc1" presStyleLbl="parChTrans1D1" presStyleIdx="8" presStyleCnt="10"/>
      <dgm:spPr/>
    </dgm:pt>
    <dgm:pt modelId="{8F6821F4-A43D-499C-8088-199B3897CDE6}" type="pres">
      <dgm:prSet presAssocID="{F94428DE-63F5-4525-833E-5D6F187B8AFA}" presName="bottomArc1" presStyleLbl="parChTrans1D1" presStyleIdx="9" presStyleCnt="10"/>
      <dgm:spPr/>
    </dgm:pt>
    <dgm:pt modelId="{AF593171-BB32-4D6C-A69A-A2F17DD45B1A}" type="pres">
      <dgm:prSet presAssocID="{F94428DE-63F5-4525-833E-5D6F187B8AFA}" presName="topConnNode1" presStyleLbl="node1" presStyleIdx="0" presStyleCnt="0"/>
      <dgm:spPr/>
      <dgm:t>
        <a:bodyPr/>
        <a:lstStyle/>
        <a:p>
          <a:endParaRPr lang="en-US"/>
        </a:p>
      </dgm:t>
    </dgm:pt>
    <dgm:pt modelId="{9D5BF654-D28A-4A1B-B408-ACFF274B023F}" type="pres">
      <dgm:prSet presAssocID="{F94428DE-63F5-4525-833E-5D6F187B8AFA}" presName="hierChild2" presStyleCnt="0"/>
      <dgm:spPr/>
    </dgm:pt>
    <dgm:pt modelId="{854C1BB7-47D5-43EC-B1BE-69DD6473F9B7}" type="pres">
      <dgm:prSet presAssocID="{F94428DE-63F5-4525-833E-5D6F187B8AFA}" presName="hierChild3" presStyleCnt="0"/>
      <dgm:spPr/>
    </dgm:pt>
  </dgm:ptLst>
  <dgm:cxnLst>
    <dgm:cxn modelId="{FD03A9C6-EB02-473D-9190-7910853C8BCF}" type="presOf" srcId="{B0528B42-086C-4C4B-AF71-3247B47C635E}" destId="{73A80EB4-E905-42AE-846B-6F50FD6AF220}" srcOrd="1" destOrd="0" presId="urn:microsoft.com/office/officeart/2008/layout/HalfCircleOrganizationChart"/>
    <dgm:cxn modelId="{AB834F3A-7F21-4C0D-8B84-B96ED47C4780}" srcId="{B0528B42-086C-4C4B-AF71-3247B47C635E}" destId="{0B4D79C6-4C7F-4021-9AA8-A07CC1EF4511}" srcOrd="1" destOrd="0" parTransId="{AE9CFE8F-C13B-4281-B0CB-36732A33B2FA}" sibTransId="{4356383E-9136-487C-A7C2-6D0050AD2B58}"/>
    <dgm:cxn modelId="{F3B41359-6F86-4467-880F-D4383227ACA6}" type="presOf" srcId="{0B4D79C6-4C7F-4021-9AA8-A07CC1EF4511}" destId="{D63E7C5C-152C-4792-8869-47365B4191A6}" srcOrd="1" destOrd="0" presId="urn:microsoft.com/office/officeart/2008/layout/HalfCircleOrganizationChart"/>
    <dgm:cxn modelId="{C92691B8-C333-4504-B231-7469E52C92E6}" type="presOf" srcId="{5DE21054-D5F5-45E9-BB90-271426FEF67B}" destId="{68B792B7-8DA1-4178-823B-D8235FFAC30B}" srcOrd="0" destOrd="0" presId="urn:microsoft.com/office/officeart/2008/layout/HalfCircleOrganizationChart"/>
    <dgm:cxn modelId="{BDEAEF4C-B444-44A2-973E-72BF94BE3F9B}" srcId="{9B20EE84-88AE-4FEA-B315-37FD6D8B9A57}" destId="{E377FEA2-F329-494D-B885-AAB2B1BF47D0}" srcOrd="1" destOrd="0" parTransId="{BC183644-8FC7-4969-9C82-7475D6EA6682}" sibTransId="{99BEB2AA-9584-4A64-AFE1-F8AA3F1F68D0}"/>
    <dgm:cxn modelId="{8300B284-9956-402D-A162-7B7787BF3D17}" type="presOf" srcId="{E377FEA2-F329-494D-B885-AAB2B1BF47D0}" destId="{8EF198BD-EC0C-44B3-9E67-0DECF663CD85}" srcOrd="1" destOrd="0" presId="urn:microsoft.com/office/officeart/2008/layout/HalfCircleOrganizationChart"/>
    <dgm:cxn modelId="{7549B007-AB5D-4169-B89C-612E8773ED14}" srcId="{9B20EE84-88AE-4FEA-B315-37FD6D8B9A57}" destId="{F94428DE-63F5-4525-833E-5D6F187B8AFA}" srcOrd="2" destOrd="0" parTransId="{C81F70A1-BA8A-4E6E-8C88-8486376FCE5D}" sibTransId="{7AD40E9D-3CC3-47AE-93B3-018DFE4AA136}"/>
    <dgm:cxn modelId="{619C083D-A359-46E8-85A6-15B49E98D358}" type="presOf" srcId="{5DE21054-D5F5-45E9-BB90-271426FEF67B}" destId="{8CA20FB4-85C6-4266-BC90-853E63CB86D1}" srcOrd="1" destOrd="0" presId="urn:microsoft.com/office/officeart/2008/layout/HalfCircleOrganizationChart"/>
    <dgm:cxn modelId="{C9D87CAA-1DDA-4AAA-8E89-0121F076D674}" type="presOf" srcId="{BAE0FFEB-93AF-4B62-B58B-46F5C401076A}" destId="{A755D08B-590E-4088-BA3F-F6548A204F65}" srcOrd="0" destOrd="0" presId="urn:microsoft.com/office/officeart/2008/layout/HalfCircleOrganizationChart"/>
    <dgm:cxn modelId="{29744461-AE72-45F2-84FC-6AE0976E9416}" srcId="{B0528B42-086C-4C4B-AF71-3247B47C635E}" destId="{5DE21054-D5F5-45E9-BB90-271426FEF67B}" srcOrd="0" destOrd="0" parTransId="{BAE0FFEB-93AF-4B62-B58B-46F5C401076A}" sibTransId="{21B64453-7D69-48CD-A218-0FEFFEF02818}"/>
    <dgm:cxn modelId="{CFA8F1C2-703F-4AB4-8902-177F9CF164C7}" type="presOf" srcId="{B0528B42-086C-4C4B-AF71-3247B47C635E}" destId="{99EFC0D2-DDC4-4402-BC3B-E35DE14D09D9}" srcOrd="0" destOrd="0" presId="urn:microsoft.com/office/officeart/2008/layout/HalfCircleOrganizationChart"/>
    <dgm:cxn modelId="{CA4880C3-85FF-4621-BA4E-59298C303718}" type="presOf" srcId="{AE9CFE8F-C13B-4281-B0CB-36732A33B2FA}" destId="{295EB999-59ED-46E0-A147-51CDEAA4AD2B}" srcOrd="0" destOrd="0" presId="urn:microsoft.com/office/officeart/2008/layout/HalfCircleOrganizationChart"/>
    <dgm:cxn modelId="{7C4DC0C3-A7AA-41C6-B5CD-064EF2742A7E}" type="presOf" srcId="{F94428DE-63F5-4525-833E-5D6F187B8AFA}" destId="{AF593171-BB32-4D6C-A69A-A2F17DD45B1A}" srcOrd="1" destOrd="0" presId="urn:microsoft.com/office/officeart/2008/layout/HalfCircleOrganizationChart"/>
    <dgm:cxn modelId="{17559CDB-24AB-44AE-95EF-DDE151E4ACB7}" type="presOf" srcId="{0B4D79C6-4C7F-4021-9AA8-A07CC1EF4511}" destId="{BD2D4C53-7380-43D6-8C03-E152AFAACABF}" srcOrd="0" destOrd="0" presId="urn:microsoft.com/office/officeart/2008/layout/HalfCircleOrganizationChart"/>
    <dgm:cxn modelId="{40972E4D-564E-4D2C-9D14-0F04625082DF}" type="presOf" srcId="{E377FEA2-F329-494D-B885-AAB2B1BF47D0}" destId="{A4AA7443-1E5E-49CB-B6CB-EEE4E92DEADE}" srcOrd="0" destOrd="0" presId="urn:microsoft.com/office/officeart/2008/layout/HalfCircleOrganizationChart"/>
    <dgm:cxn modelId="{49D90190-B1F3-4113-B235-407F0B16FB64}" srcId="{9B20EE84-88AE-4FEA-B315-37FD6D8B9A57}" destId="{B0528B42-086C-4C4B-AF71-3247B47C635E}" srcOrd="0" destOrd="0" parTransId="{BEC3F96C-A1B3-4028-9109-D42F222BD29F}" sibTransId="{EEEE5B9C-F660-46E9-BBE6-FEC5ED219D68}"/>
    <dgm:cxn modelId="{41BC09F1-9DDA-44B3-B1C7-A053C50A3E96}" type="presOf" srcId="{F94428DE-63F5-4525-833E-5D6F187B8AFA}" destId="{3CE5CDB9-AD68-4CAD-94E7-806544D3AA44}" srcOrd="0" destOrd="0" presId="urn:microsoft.com/office/officeart/2008/layout/HalfCircleOrganizationChart"/>
    <dgm:cxn modelId="{AA4FF7D1-A15B-4F76-95AD-D88191ECE317}" type="presOf" srcId="{9B20EE84-88AE-4FEA-B315-37FD6D8B9A57}" destId="{2C01A07A-7F75-4F3F-9BCB-5A990BAFBEEC}" srcOrd="0" destOrd="0" presId="urn:microsoft.com/office/officeart/2008/layout/HalfCircleOrganizationChart"/>
    <dgm:cxn modelId="{9035D940-768E-446C-9823-EC0F5F177242}" type="presParOf" srcId="{2C01A07A-7F75-4F3F-9BCB-5A990BAFBEEC}" destId="{687F4CBD-BDE5-4747-9B36-0611D45FAEAE}" srcOrd="0" destOrd="0" presId="urn:microsoft.com/office/officeart/2008/layout/HalfCircleOrganizationChart"/>
    <dgm:cxn modelId="{055ED875-8CCB-482B-BB67-995F31BD1971}" type="presParOf" srcId="{687F4CBD-BDE5-4747-9B36-0611D45FAEAE}" destId="{08E0216C-8955-4851-9C2F-A7DC9DBAB273}" srcOrd="0" destOrd="0" presId="urn:microsoft.com/office/officeart/2008/layout/HalfCircleOrganizationChart"/>
    <dgm:cxn modelId="{F586D809-DB23-414D-9C31-A0ECA826F021}" type="presParOf" srcId="{08E0216C-8955-4851-9C2F-A7DC9DBAB273}" destId="{99EFC0D2-DDC4-4402-BC3B-E35DE14D09D9}" srcOrd="0" destOrd="0" presId="urn:microsoft.com/office/officeart/2008/layout/HalfCircleOrganizationChart"/>
    <dgm:cxn modelId="{5DC209A4-FCF1-4B53-90EF-74BC035682D6}" type="presParOf" srcId="{08E0216C-8955-4851-9C2F-A7DC9DBAB273}" destId="{683BB1ED-E0A1-491B-86EF-EFC819B83668}" srcOrd="1" destOrd="0" presId="urn:microsoft.com/office/officeart/2008/layout/HalfCircleOrganizationChart"/>
    <dgm:cxn modelId="{06BE58D8-9C7B-496E-8924-D07DA7445932}" type="presParOf" srcId="{08E0216C-8955-4851-9C2F-A7DC9DBAB273}" destId="{E48989C7-38DC-47D2-8779-52AE9355699D}" srcOrd="2" destOrd="0" presId="urn:microsoft.com/office/officeart/2008/layout/HalfCircleOrganizationChart"/>
    <dgm:cxn modelId="{11D2FB1C-53E8-42C5-A4CD-2C214B228C18}" type="presParOf" srcId="{08E0216C-8955-4851-9C2F-A7DC9DBAB273}" destId="{73A80EB4-E905-42AE-846B-6F50FD6AF220}" srcOrd="3" destOrd="0" presId="urn:microsoft.com/office/officeart/2008/layout/HalfCircleOrganizationChart"/>
    <dgm:cxn modelId="{5EA7C5FC-63A5-4966-AB93-06653F820407}" type="presParOf" srcId="{687F4CBD-BDE5-4747-9B36-0611D45FAEAE}" destId="{83B95F6E-B2E0-4108-8AB8-34020750E54D}" srcOrd="1" destOrd="0" presId="urn:microsoft.com/office/officeart/2008/layout/HalfCircleOrganizationChart"/>
    <dgm:cxn modelId="{B6F22235-4BE1-447E-9770-F159311428BD}" type="presParOf" srcId="{83B95F6E-B2E0-4108-8AB8-34020750E54D}" destId="{A755D08B-590E-4088-BA3F-F6548A204F65}" srcOrd="0" destOrd="0" presId="urn:microsoft.com/office/officeart/2008/layout/HalfCircleOrganizationChart"/>
    <dgm:cxn modelId="{2C514270-5C82-4012-91A7-811EBAFBED18}" type="presParOf" srcId="{83B95F6E-B2E0-4108-8AB8-34020750E54D}" destId="{58B996AC-C0C5-436A-9257-88FB3C5E4BA7}" srcOrd="1" destOrd="0" presId="urn:microsoft.com/office/officeart/2008/layout/HalfCircleOrganizationChart"/>
    <dgm:cxn modelId="{F4AC46E2-BAC0-4CC1-826C-44EEBD6D4B34}" type="presParOf" srcId="{58B996AC-C0C5-436A-9257-88FB3C5E4BA7}" destId="{A6FA63F0-A5AD-47F7-A6BC-F60F997BC4CF}" srcOrd="0" destOrd="0" presId="urn:microsoft.com/office/officeart/2008/layout/HalfCircleOrganizationChart"/>
    <dgm:cxn modelId="{40C59B84-F50A-4230-BBCA-437B0500F836}" type="presParOf" srcId="{A6FA63F0-A5AD-47F7-A6BC-F60F997BC4CF}" destId="{68B792B7-8DA1-4178-823B-D8235FFAC30B}" srcOrd="0" destOrd="0" presId="urn:microsoft.com/office/officeart/2008/layout/HalfCircleOrganizationChart"/>
    <dgm:cxn modelId="{69E0DEAD-CC23-4A6C-B33A-11E208776BCE}" type="presParOf" srcId="{A6FA63F0-A5AD-47F7-A6BC-F60F997BC4CF}" destId="{67B61C0A-0349-43F2-80D4-0F6515AC18B5}" srcOrd="1" destOrd="0" presId="urn:microsoft.com/office/officeart/2008/layout/HalfCircleOrganizationChart"/>
    <dgm:cxn modelId="{C8FB1486-9484-4415-AAE8-2A3984CFEC90}" type="presParOf" srcId="{A6FA63F0-A5AD-47F7-A6BC-F60F997BC4CF}" destId="{C5CA1972-0FDB-4784-93AB-79AD4279352F}" srcOrd="2" destOrd="0" presId="urn:microsoft.com/office/officeart/2008/layout/HalfCircleOrganizationChart"/>
    <dgm:cxn modelId="{BA717035-7310-4520-8FFB-F83B573278A8}" type="presParOf" srcId="{A6FA63F0-A5AD-47F7-A6BC-F60F997BC4CF}" destId="{8CA20FB4-85C6-4266-BC90-853E63CB86D1}" srcOrd="3" destOrd="0" presId="urn:microsoft.com/office/officeart/2008/layout/HalfCircleOrganizationChart"/>
    <dgm:cxn modelId="{A64965ED-9F96-4D7E-B378-781ED93D8726}" type="presParOf" srcId="{58B996AC-C0C5-436A-9257-88FB3C5E4BA7}" destId="{CFA48368-19BB-4E63-BDE0-7F92A5A2CD69}" srcOrd="1" destOrd="0" presId="urn:microsoft.com/office/officeart/2008/layout/HalfCircleOrganizationChart"/>
    <dgm:cxn modelId="{A854A6C4-85D2-48F9-881D-117495E9FB5A}" type="presParOf" srcId="{58B996AC-C0C5-436A-9257-88FB3C5E4BA7}" destId="{49BC1FCC-2C62-4C6F-8E96-C75EB1B9DAA9}" srcOrd="2" destOrd="0" presId="urn:microsoft.com/office/officeart/2008/layout/HalfCircleOrganizationChart"/>
    <dgm:cxn modelId="{BBB034C0-5FD0-4595-9272-9F9D42559512}" type="presParOf" srcId="{83B95F6E-B2E0-4108-8AB8-34020750E54D}" destId="{295EB999-59ED-46E0-A147-51CDEAA4AD2B}" srcOrd="2" destOrd="0" presId="urn:microsoft.com/office/officeart/2008/layout/HalfCircleOrganizationChart"/>
    <dgm:cxn modelId="{6484EE0C-D4B8-4BDC-8416-DA4FDF9D9949}" type="presParOf" srcId="{83B95F6E-B2E0-4108-8AB8-34020750E54D}" destId="{6EC49C09-889A-4E21-9529-7C8252854457}" srcOrd="3" destOrd="0" presId="urn:microsoft.com/office/officeart/2008/layout/HalfCircleOrganizationChart"/>
    <dgm:cxn modelId="{55C3CE65-490B-4716-B1FF-0437C6BBA6A4}" type="presParOf" srcId="{6EC49C09-889A-4E21-9529-7C8252854457}" destId="{D9070B13-1431-4A41-963B-41D6CE5B3556}" srcOrd="0" destOrd="0" presId="urn:microsoft.com/office/officeart/2008/layout/HalfCircleOrganizationChart"/>
    <dgm:cxn modelId="{287670D5-7FC3-47D6-BF7A-C4930E946D05}" type="presParOf" srcId="{D9070B13-1431-4A41-963B-41D6CE5B3556}" destId="{BD2D4C53-7380-43D6-8C03-E152AFAACABF}" srcOrd="0" destOrd="0" presId="urn:microsoft.com/office/officeart/2008/layout/HalfCircleOrganizationChart"/>
    <dgm:cxn modelId="{522D537B-E8BD-4358-A853-B491EB12A966}" type="presParOf" srcId="{D9070B13-1431-4A41-963B-41D6CE5B3556}" destId="{84ADCA23-ACAF-403C-AD23-AE76939FA2C0}" srcOrd="1" destOrd="0" presId="urn:microsoft.com/office/officeart/2008/layout/HalfCircleOrganizationChart"/>
    <dgm:cxn modelId="{3E35E2C9-ADC1-422A-BB7B-783859466F7C}" type="presParOf" srcId="{D9070B13-1431-4A41-963B-41D6CE5B3556}" destId="{78091AA1-6E5C-4D64-AC24-810DD3E3A5B7}" srcOrd="2" destOrd="0" presId="urn:microsoft.com/office/officeart/2008/layout/HalfCircleOrganizationChart"/>
    <dgm:cxn modelId="{E1853220-A7C3-4C08-8454-AC1ABBEB702A}" type="presParOf" srcId="{D9070B13-1431-4A41-963B-41D6CE5B3556}" destId="{D63E7C5C-152C-4792-8869-47365B4191A6}" srcOrd="3" destOrd="0" presId="urn:microsoft.com/office/officeart/2008/layout/HalfCircleOrganizationChart"/>
    <dgm:cxn modelId="{A57A4CA3-50C8-4CEE-82A6-5D2978EF222E}" type="presParOf" srcId="{6EC49C09-889A-4E21-9529-7C8252854457}" destId="{72789B5E-0613-4AE2-B00F-B995A0845A09}" srcOrd="1" destOrd="0" presId="urn:microsoft.com/office/officeart/2008/layout/HalfCircleOrganizationChart"/>
    <dgm:cxn modelId="{FE55BD07-704C-4386-9554-CF155ABB0BC3}" type="presParOf" srcId="{6EC49C09-889A-4E21-9529-7C8252854457}" destId="{2CEC415C-292E-47A6-B471-7F6C511396BB}" srcOrd="2" destOrd="0" presId="urn:microsoft.com/office/officeart/2008/layout/HalfCircleOrganizationChart"/>
    <dgm:cxn modelId="{E9481B66-1786-4A5E-92CA-E1282199FB2E}" type="presParOf" srcId="{687F4CBD-BDE5-4747-9B36-0611D45FAEAE}" destId="{855B1746-4FF7-40A3-942E-1F7FA11D3045}" srcOrd="2" destOrd="0" presId="urn:microsoft.com/office/officeart/2008/layout/HalfCircleOrganizationChart"/>
    <dgm:cxn modelId="{66C86475-735D-4C85-8F09-2A657A449B38}" type="presParOf" srcId="{2C01A07A-7F75-4F3F-9BCB-5A990BAFBEEC}" destId="{1215E465-C392-4ABE-A12D-C46D70D7EE5D}" srcOrd="1" destOrd="0" presId="urn:microsoft.com/office/officeart/2008/layout/HalfCircleOrganizationChart"/>
    <dgm:cxn modelId="{7DB9E8E3-12DA-4D17-A10E-BA498D61C241}" type="presParOf" srcId="{1215E465-C392-4ABE-A12D-C46D70D7EE5D}" destId="{2F610592-7348-4628-A672-3C5B8B16D768}" srcOrd="0" destOrd="0" presId="urn:microsoft.com/office/officeart/2008/layout/HalfCircleOrganizationChart"/>
    <dgm:cxn modelId="{43F9F3F5-F8FC-482D-9EE8-B621E8A33FDD}" type="presParOf" srcId="{2F610592-7348-4628-A672-3C5B8B16D768}" destId="{A4AA7443-1E5E-49CB-B6CB-EEE4E92DEADE}" srcOrd="0" destOrd="0" presId="urn:microsoft.com/office/officeart/2008/layout/HalfCircleOrganizationChart"/>
    <dgm:cxn modelId="{388E0125-7612-47A3-94FB-D5BAFE66A197}" type="presParOf" srcId="{2F610592-7348-4628-A672-3C5B8B16D768}" destId="{9852C493-7E7D-422E-BC86-644DE5540BBA}" srcOrd="1" destOrd="0" presId="urn:microsoft.com/office/officeart/2008/layout/HalfCircleOrganizationChart"/>
    <dgm:cxn modelId="{1DC239E5-C590-4EAB-BBF9-441D1BB749A8}" type="presParOf" srcId="{2F610592-7348-4628-A672-3C5B8B16D768}" destId="{4D61576F-BF4E-4FAB-B059-24AF4DE32433}" srcOrd="2" destOrd="0" presId="urn:microsoft.com/office/officeart/2008/layout/HalfCircleOrganizationChart"/>
    <dgm:cxn modelId="{D4C317ED-4FD0-4291-83BF-F9D4C2F73999}" type="presParOf" srcId="{2F610592-7348-4628-A672-3C5B8B16D768}" destId="{8EF198BD-EC0C-44B3-9E67-0DECF663CD85}" srcOrd="3" destOrd="0" presId="urn:microsoft.com/office/officeart/2008/layout/HalfCircleOrganizationChart"/>
    <dgm:cxn modelId="{2236B85A-2F99-4BAC-89CA-34ADCD64088C}" type="presParOf" srcId="{1215E465-C392-4ABE-A12D-C46D70D7EE5D}" destId="{57C82C36-E88B-4AF2-A554-02B49E31F720}" srcOrd="1" destOrd="0" presId="urn:microsoft.com/office/officeart/2008/layout/HalfCircleOrganizationChart"/>
    <dgm:cxn modelId="{7D9D019D-1177-46CA-8DCF-EC6FD40BF13A}" type="presParOf" srcId="{1215E465-C392-4ABE-A12D-C46D70D7EE5D}" destId="{5BF4FFB6-6625-4337-972B-DB2EF22521A0}" srcOrd="2" destOrd="0" presId="urn:microsoft.com/office/officeart/2008/layout/HalfCircleOrganizationChart"/>
    <dgm:cxn modelId="{5DC962F4-085C-4407-A969-026BBE30F639}" type="presParOf" srcId="{2C01A07A-7F75-4F3F-9BCB-5A990BAFBEEC}" destId="{EA9E0C77-1C10-4C47-B159-6F4DA494E5A8}" srcOrd="2" destOrd="0" presId="urn:microsoft.com/office/officeart/2008/layout/HalfCircleOrganizationChart"/>
    <dgm:cxn modelId="{EE283CBB-5B14-4369-8F79-EEBE02F57B8B}" type="presParOf" srcId="{EA9E0C77-1C10-4C47-B159-6F4DA494E5A8}" destId="{5A7939B8-2E45-4390-9407-CA3F901FCCF6}" srcOrd="0" destOrd="0" presId="urn:microsoft.com/office/officeart/2008/layout/HalfCircleOrganizationChart"/>
    <dgm:cxn modelId="{8827C2A8-7EFA-4389-8CA3-D1278AC7323B}" type="presParOf" srcId="{5A7939B8-2E45-4390-9407-CA3F901FCCF6}" destId="{3CE5CDB9-AD68-4CAD-94E7-806544D3AA44}" srcOrd="0" destOrd="0" presId="urn:microsoft.com/office/officeart/2008/layout/HalfCircleOrganizationChart"/>
    <dgm:cxn modelId="{9D4EB668-1FAB-4EAF-B44C-C70C23E7F152}" type="presParOf" srcId="{5A7939B8-2E45-4390-9407-CA3F901FCCF6}" destId="{F27D74DB-915B-409B-995E-04914C91AFD7}" srcOrd="1" destOrd="0" presId="urn:microsoft.com/office/officeart/2008/layout/HalfCircleOrganizationChart"/>
    <dgm:cxn modelId="{726DB781-1901-459F-BD33-452B54B53B32}" type="presParOf" srcId="{5A7939B8-2E45-4390-9407-CA3F901FCCF6}" destId="{8F6821F4-A43D-499C-8088-199B3897CDE6}" srcOrd="2" destOrd="0" presId="urn:microsoft.com/office/officeart/2008/layout/HalfCircleOrganizationChart"/>
    <dgm:cxn modelId="{AD1CA6BF-67CA-44C1-8D2C-34A11ECD12E5}" type="presParOf" srcId="{5A7939B8-2E45-4390-9407-CA3F901FCCF6}" destId="{AF593171-BB32-4D6C-A69A-A2F17DD45B1A}" srcOrd="3" destOrd="0" presId="urn:microsoft.com/office/officeart/2008/layout/HalfCircleOrganizationChart"/>
    <dgm:cxn modelId="{191818D7-5230-4EC7-BB03-7EE1E0A445F0}" type="presParOf" srcId="{EA9E0C77-1C10-4C47-B159-6F4DA494E5A8}" destId="{9D5BF654-D28A-4A1B-B408-ACFF274B023F}" srcOrd="1" destOrd="0" presId="urn:microsoft.com/office/officeart/2008/layout/HalfCircleOrganizationChart"/>
    <dgm:cxn modelId="{E0E94F1C-CC2E-4C94-ADE5-0F6F884CE6BE}" type="presParOf" srcId="{EA9E0C77-1C10-4C47-B159-6F4DA494E5A8}" destId="{854C1BB7-47D5-43EC-B1BE-69DD6473F9B7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5EB999-59ED-46E0-A147-51CDEAA4AD2B}">
      <dsp:nvSpPr>
        <dsp:cNvPr id="0" name=""/>
        <dsp:cNvSpPr/>
      </dsp:nvSpPr>
      <dsp:spPr>
        <a:xfrm>
          <a:off x="2011861" y="573814"/>
          <a:ext cx="595508" cy="2067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352"/>
              </a:lnTo>
              <a:lnTo>
                <a:pt x="595508" y="103352"/>
              </a:lnTo>
              <a:lnTo>
                <a:pt x="595508" y="20670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55D08B-590E-4088-BA3F-F6548A204F65}">
      <dsp:nvSpPr>
        <dsp:cNvPr id="0" name=""/>
        <dsp:cNvSpPr/>
      </dsp:nvSpPr>
      <dsp:spPr>
        <a:xfrm>
          <a:off x="1416352" y="573814"/>
          <a:ext cx="595508" cy="206705"/>
        </a:xfrm>
        <a:custGeom>
          <a:avLst/>
          <a:gdLst/>
          <a:ahLst/>
          <a:cxnLst/>
          <a:rect l="0" t="0" r="0" b="0"/>
          <a:pathLst>
            <a:path>
              <a:moveTo>
                <a:pt x="595508" y="0"/>
              </a:moveTo>
              <a:lnTo>
                <a:pt x="595508" y="103352"/>
              </a:lnTo>
              <a:lnTo>
                <a:pt x="0" y="103352"/>
              </a:lnTo>
              <a:lnTo>
                <a:pt x="0" y="20670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3BB1ED-E0A1-491B-86EF-EFC819B83668}">
      <dsp:nvSpPr>
        <dsp:cNvPr id="0" name=""/>
        <dsp:cNvSpPr/>
      </dsp:nvSpPr>
      <dsp:spPr>
        <a:xfrm>
          <a:off x="1765783" y="81658"/>
          <a:ext cx="492156" cy="492156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8989C7-38DC-47D2-8779-52AE9355699D}">
      <dsp:nvSpPr>
        <dsp:cNvPr id="0" name=""/>
        <dsp:cNvSpPr/>
      </dsp:nvSpPr>
      <dsp:spPr>
        <a:xfrm>
          <a:off x="1765783" y="81658"/>
          <a:ext cx="492156" cy="492156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EFC0D2-DDC4-4402-BC3B-E35DE14D09D9}">
      <dsp:nvSpPr>
        <dsp:cNvPr id="0" name=""/>
        <dsp:cNvSpPr/>
      </dsp:nvSpPr>
      <dsp:spPr>
        <a:xfrm>
          <a:off x="1519705" y="170246"/>
          <a:ext cx="984312" cy="31497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Instructors</a:t>
          </a:r>
          <a:endParaRPr lang="en-US" sz="1100" kern="1200" dirty="0"/>
        </a:p>
      </dsp:txBody>
      <dsp:txXfrm>
        <a:off x="1519705" y="170246"/>
        <a:ext cx="984312" cy="314979"/>
      </dsp:txXfrm>
    </dsp:sp>
    <dsp:sp modelId="{67B61C0A-0349-43F2-80D4-0F6515AC18B5}">
      <dsp:nvSpPr>
        <dsp:cNvPr id="0" name=""/>
        <dsp:cNvSpPr/>
      </dsp:nvSpPr>
      <dsp:spPr>
        <a:xfrm>
          <a:off x="1170274" y="780519"/>
          <a:ext cx="492156" cy="492156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CA1972-0FDB-4784-93AB-79AD4279352F}">
      <dsp:nvSpPr>
        <dsp:cNvPr id="0" name=""/>
        <dsp:cNvSpPr/>
      </dsp:nvSpPr>
      <dsp:spPr>
        <a:xfrm>
          <a:off x="1170274" y="780519"/>
          <a:ext cx="492156" cy="492156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B792B7-8DA1-4178-823B-D8235FFAC30B}">
      <dsp:nvSpPr>
        <dsp:cNvPr id="0" name=""/>
        <dsp:cNvSpPr/>
      </dsp:nvSpPr>
      <dsp:spPr>
        <a:xfrm>
          <a:off x="924196" y="869107"/>
          <a:ext cx="984312" cy="31497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Large Class Size</a:t>
          </a:r>
          <a:endParaRPr lang="en-US" sz="1100" kern="1200" dirty="0"/>
        </a:p>
      </dsp:txBody>
      <dsp:txXfrm>
        <a:off x="924196" y="869107"/>
        <a:ext cx="984312" cy="314979"/>
      </dsp:txXfrm>
    </dsp:sp>
    <dsp:sp modelId="{84ADCA23-ACAF-403C-AD23-AE76939FA2C0}">
      <dsp:nvSpPr>
        <dsp:cNvPr id="0" name=""/>
        <dsp:cNvSpPr/>
      </dsp:nvSpPr>
      <dsp:spPr>
        <a:xfrm>
          <a:off x="2361292" y="780519"/>
          <a:ext cx="492156" cy="492156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091AA1-6E5C-4D64-AC24-810DD3E3A5B7}">
      <dsp:nvSpPr>
        <dsp:cNvPr id="0" name=""/>
        <dsp:cNvSpPr/>
      </dsp:nvSpPr>
      <dsp:spPr>
        <a:xfrm>
          <a:off x="2361292" y="780519"/>
          <a:ext cx="492156" cy="492156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2D4C53-7380-43D6-8C03-E152AFAACABF}">
      <dsp:nvSpPr>
        <dsp:cNvPr id="0" name=""/>
        <dsp:cNvSpPr/>
      </dsp:nvSpPr>
      <dsp:spPr>
        <a:xfrm>
          <a:off x="2115214" y="869107"/>
          <a:ext cx="984312" cy="31497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Small Class Size</a:t>
          </a:r>
          <a:endParaRPr lang="en-US" sz="1100" kern="1200" dirty="0"/>
        </a:p>
      </dsp:txBody>
      <dsp:txXfrm>
        <a:off x="2115214" y="869107"/>
        <a:ext cx="984312" cy="314979"/>
      </dsp:txXfrm>
    </dsp:sp>
    <dsp:sp modelId="{9852C493-7E7D-422E-BC86-644DE5540BBA}">
      <dsp:nvSpPr>
        <dsp:cNvPr id="0" name=""/>
        <dsp:cNvSpPr/>
      </dsp:nvSpPr>
      <dsp:spPr>
        <a:xfrm>
          <a:off x="1170274" y="1946244"/>
          <a:ext cx="492156" cy="492156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61576F-BF4E-4FAB-B059-24AF4DE32433}">
      <dsp:nvSpPr>
        <dsp:cNvPr id="0" name=""/>
        <dsp:cNvSpPr/>
      </dsp:nvSpPr>
      <dsp:spPr>
        <a:xfrm>
          <a:off x="1170274" y="1946244"/>
          <a:ext cx="492156" cy="492156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AA7443-1E5E-49CB-B6CB-EEE4E92DEADE}">
      <dsp:nvSpPr>
        <dsp:cNvPr id="0" name=""/>
        <dsp:cNvSpPr/>
      </dsp:nvSpPr>
      <dsp:spPr>
        <a:xfrm>
          <a:off x="924196" y="2034832"/>
          <a:ext cx="984312" cy="31497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STEM Education</a:t>
          </a:r>
          <a:endParaRPr lang="en-US" sz="1100" kern="1200" dirty="0"/>
        </a:p>
      </dsp:txBody>
      <dsp:txXfrm>
        <a:off x="924196" y="2034832"/>
        <a:ext cx="984312" cy="314979"/>
      </dsp:txXfrm>
    </dsp:sp>
    <dsp:sp modelId="{F27D74DB-915B-409B-995E-04914C91AFD7}">
      <dsp:nvSpPr>
        <dsp:cNvPr id="0" name=""/>
        <dsp:cNvSpPr/>
      </dsp:nvSpPr>
      <dsp:spPr>
        <a:xfrm>
          <a:off x="2344293" y="1946244"/>
          <a:ext cx="492156" cy="492156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6821F4-A43D-499C-8088-199B3897CDE6}">
      <dsp:nvSpPr>
        <dsp:cNvPr id="0" name=""/>
        <dsp:cNvSpPr/>
      </dsp:nvSpPr>
      <dsp:spPr>
        <a:xfrm>
          <a:off x="2344293" y="1946244"/>
          <a:ext cx="492156" cy="492156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E5CDB9-AD68-4CAD-94E7-806544D3AA44}">
      <dsp:nvSpPr>
        <dsp:cNvPr id="0" name=""/>
        <dsp:cNvSpPr/>
      </dsp:nvSpPr>
      <dsp:spPr>
        <a:xfrm>
          <a:off x="2098215" y="2034832"/>
          <a:ext cx="984312" cy="31497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Other Education</a:t>
          </a:r>
          <a:endParaRPr lang="en-US" sz="1100" kern="1200" dirty="0"/>
        </a:p>
      </dsp:txBody>
      <dsp:txXfrm>
        <a:off x="2098215" y="2034832"/>
        <a:ext cx="984312" cy="3149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2BC0A-93FF-455D-A15A-2DDCC7DF9EE8}" type="datetimeFigureOut">
              <a:rPr lang="en-US" smtClean="0"/>
              <a:t>4/6/2016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8522B-9CD2-482B-825E-F1DF6258F7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441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Class participation and engagement are two different things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38522B-9CD2-482B-825E-F1DF6258F7A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212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38522B-9CD2-482B-825E-F1DF6258F7A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03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38522B-9CD2-482B-825E-F1DF6258F7A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915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C9CB3-CE9E-4848-882C-AB6A95F9491D}" type="datetimeFigureOut">
              <a:rPr lang="en-US" smtClean="0"/>
              <a:t>4/6/2016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584CA-E7E1-41D5-AA83-8FE071534C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288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C9CB3-CE9E-4848-882C-AB6A95F9491D}" type="datetimeFigureOut">
              <a:rPr lang="en-US" smtClean="0"/>
              <a:t>4/6/2016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584CA-E7E1-41D5-AA83-8FE071534C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66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C9CB3-CE9E-4848-882C-AB6A95F9491D}" type="datetimeFigureOut">
              <a:rPr lang="en-US" smtClean="0"/>
              <a:t>4/6/2016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584CA-E7E1-41D5-AA83-8FE071534C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770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C9CB3-CE9E-4848-882C-AB6A95F9491D}" type="datetimeFigureOut">
              <a:rPr lang="en-US" smtClean="0"/>
              <a:t>4/6/2016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584CA-E7E1-41D5-AA83-8FE071534C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949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C9CB3-CE9E-4848-882C-AB6A95F9491D}" type="datetimeFigureOut">
              <a:rPr lang="en-US" smtClean="0"/>
              <a:t>4/6/2016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584CA-E7E1-41D5-AA83-8FE071534C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392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C9CB3-CE9E-4848-882C-AB6A95F9491D}" type="datetimeFigureOut">
              <a:rPr lang="en-US" smtClean="0"/>
              <a:t>4/6/2016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584CA-E7E1-41D5-AA83-8FE071534C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965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C9CB3-CE9E-4848-882C-AB6A95F9491D}" type="datetimeFigureOut">
              <a:rPr lang="en-US" smtClean="0"/>
              <a:t>4/6/2016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584CA-E7E1-41D5-AA83-8FE071534C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521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C9CB3-CE9E-4848-882C-AB6A95F9491D}" type="datetimeFigureOut">
              <a:rPr lang="en-US" smtClean="0"/>
              <a:t>4/6/2016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584CA-E7E1-41D5-AA83-8FE071534C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632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C9CB3-CE9E-4848-882C-AB6A95F9491D}" type="datetimeFigureOut">
              <a:rPr lang="en-US" smtClean="0"/>
              <a:t>4/6/2016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584CA-E7E1-41D5-AA83-8FE071534C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906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C9CB3-CE9E-4848-882C-AB6A95F9491D}" type="datetimeFigureOut">
              <a:rPr lang="en-US" smtClean="0"/>
              <a:t>4/6/2016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584CA-E7E1-41D5-AA83-8FE071534C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478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C9CB3-CE9E-4848-882C-AB6A95F9491D}" type="datetimeFigureOut">
              <a:rPr lang="en-US" smtClean="0"/>
              <a:t>4/6/2016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584CA-E7E1-41D5-AA83-8FE071534C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804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C9CB3-CE9E-4848-882C-AB6A95F9491D}" type="datetimeFigureOut">
              <a:rPr lang="en-US" smtClean="0"/>
              <a:t>4/6/2016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584CA-E7E1-41D5-AA83-8FE071534C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46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5236" y="20783"/>
            <a:ext cx="7772400" cy="1122217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Team 4 </a:t>
            </a:r>
            <a:br>
              <a:rPr lang="en-US" b="1" dirty="0" smtClean="0"/>
            </a:br>
            <a:r>
              <a:rPr lang="en-US" b="1" dirty="0" smtClean="0"/>
              <a:t>Secure Messaging: Click2Text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08" b="12276"/>
          <a:stretch/>
        </p:blipFill>
        <p:spPr>
          <a:xfrm>
            <a:off x="-6927" y="20782"/>
            <a:ext cx="2064327" cy="7247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560680"/>
            <a:ext cx="1345414" cy="14386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08" b="12276"/>
          <a:stretch/>
        </p:blipFill>
        <p:spPr>
          <a:xfrm>
            <a:off x="7079673" y="-4751"/>
            <a:ext cx="2064327" cy="72478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182" y="1596338"/>
            <a:ext cx="1100430" cy="13385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1214" y="419100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As </a:t>
            </a:r>
            <a:r>
              <a:rPr lang="en-US" b="1" dirty="0" smtClean="0"/>
              <a:t>of April 5</a:t>
            </a:r>
            <a:r>
              <a:rPr lang="en-US" b="1" baseline="30000" dirty="0" smtClean="0"/>
              <a:t>st</a:t>
            </a:r>
            <a:r>
              <a:rPr lang="en-US" b="1" dirty="0" smtClean="0"/>
              <a:t> 2016 RUNNING TOTAL:  30</a:t>
            </a:r>
          </a:p>
          <a:p>
            <a:r>
              <a:rPr lang="en-US" b="1" dirty="0" smtClean="0"/>
              <a:t>Scheduled : none</a:t>
            </a:r>
            <a:endParaRPr lang="en-US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45" y="1596338"/>
            <a:ext cx="1396261" cy="133856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053" y="3200400"/>
            <a:ext cx="2600688" cy="329611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627960"/>
              </p:ext>
            </p:extLst>
          </p:nvPr>
        </p:nvGraphicFramePr>
        <p:xfrm>
          <a:off x="393328" y="1219200"/>
          <a:ext cx="859827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/>
                <a:gridCol w="2362200"/>
                <a:gridCol w="1655217"/>
                <a:gridCol w="191385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Dr Muhammad S Ahmed</a:t>
                      </a:r>
                    </a:p>
                    <a:p>
                      <a:pPr algn="ctr"/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Mohammad Ibrahim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Aman Patel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Rober</a:t>
                      </a:r>
                      <a:r>
                        <a:rPr lang="en-US" sz="1800" b="1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Boose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Aaron Parmar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Sundeep Nagumalli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41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Thought?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743200"/>
          </a:xfrm>
        </p:spPr>
        <p:txBody>
          <a:bodyPr>
            <a:normAutofit lnSpcReduction="10000"/>
          </a:bodyPr>
          <a:lstStyle/>
          <a:p>
            <a:r>
              <a:rPr lang="en-US" u="sng" dirty="0"/>
              <a:t>Original Business </a:t>
            </a:r>
            <a:r>
              <a:rPr lang="en-US" u="sng" dirty="0" smtClean="0"/>
              <a:t>Thesis</a:t>
            </a:r>
          </a:p>
          <a:p>
            <a:pPr lvl="1"/>
            <a:r>
              <a:rPr lang="en-US" dirty="0" smtClean="0"/>
              <a:t>Educationist need a simpler tool to engage students, to prevent phone-related distraction and gauge class participation</a:t>
            </a:r>
          </a:p>
          <a:p>
            <a:pPr lvl="1"/>
            <a:r>
              <a:rPr lang="en-US" dirty="0" smtClean="0"/>
              <a:t>Clicker devices are cumbersome, costly and not par with the current technology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091601"/>
            <a:ext cx="1019048" cy="256190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23848" y="5805055"/>
            <a:ext cx="62130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Educationist </a:t>
            </a:r>
            <a:r>
              <a:rPr lang="en-US" dirty="0"/>
              <a:t>= University – Colleges – High School teachers and </a:t>
            </a:r>
            <a:r>
              <a:rPr lang="en-US" dirty="0" smtClean="0"/>
              <a:t>administrators (users and buyers)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5480338"/>
            <a:ext cx="1022380" cy="129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32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did?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Develop interview questions </a:t>
            </a:r>
          </a:p>
          <a:p>
            <a:pPr lvl="1"/>
            <a:r>
              <a:rPr lang="en-US" dirty="0" smtClean="0"/>
              <a:t>Initially focused on students engagement and participation in classroom</a:t>
            </a:r>
          </a:p>
          <a:p>
            <a:pPr lvl="1"/>
            <a:r>
              <a:rPr lang="en-US" dirty="0" smtClean="0"/>
              <a:t>Modified questions to investigate more on issues/problems and distractions faced by instructors in their classroom</a:t>
            </a:r>
          </a:p>
          <a:p>
            <a:pPr lvl="1"/>
            <a:r>
              <a:rPr lang="en-US" dirty="0" smtClean="0"/>
              <a:t>Rewrote questions to investigate </a:t>
            </a:r>
            <a:r>
              <a:rPr lang="en-US" dirty="0" smtClean="0"/>
              <a:t>customer </a:t>
            </a:r>
            <a:r>
              <a:rPr lang="en-US" dirty="0" smtClean="0"/>
              <a:t>“pain” and differentiate between symptoms , root causes &amp; affects</a:t>
            </a:r>
          </a:p>
          <a:p>
            <a:r>
              <a:rPr lang="en-US" dirty="0" smtClean="0"/>
              <a:t>Created Teams for interview</a:t>
            </a:r>
          </a:p>
          <a:p>
            <a:r>
              <a:rPr lang="en-US" dirty="0" smtClean="0"/>
              <a:t>Conducted Interviews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University Professors&amp; administrators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Under grad and Grad Professors with large class size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STEM and non STEM under grad and Grad Professors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Community Colleges</a:t>
            </a:r>
            <a:endParaRPr lang="en-US" dirty="0"/>
          </a:p>
          <a:p>
            <a:r>
              <a:rPr lang="en-US" dirty="0" smtClean="0"/>
              <a:t>Documented interview </a:t>
            </a:r>
          </a:p>
          <a:p>
            <a:r>
              <a:rPr lang="en-US" dirty="0" smtClean="0"/>
              <a:t>Analyze thesis/ modify model and Eco Diagrams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5480338"/>
            <a:ext cx="1022380" cy="129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12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found: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19200"/>
            <a:ext cx="7543800" cy="762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Who is our customer?</a:t>
            </a:r>
            <a:endParaRPr lang="en-US" sz="36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657" y="2234610"/>
            <a:ext cx="2114286" cy="3257143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65" y="1981200"/>
            <a:ext cx="7666667" cy="36095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67199" y="2216302"/>
            <a:ext cx="7553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en-US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2216302"/>
            <a:ext cx="7553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en-US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5480338"/>
            <a:ext cx="1022380" cy="129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61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found?</a:t>
            </a:r>
            <a:endParaRPr lang="en-US" dirty="0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07559547"/>
              </p:ext>
            </p:extLst>
          </p:nvPr>
        </p:nvGraphicFramePr>
        <p:xfrm>
          <a:off x="381000" y="1295400"/>
          <a:ext cx="8229600" cy="516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MAJOR ISSUES IN</a:t>
                      </a:r>
                      <a:r>
                        <a:rPr lang="en-US" sz="2000" baseline="0" dirty="0" smtClean="0"/>
                        <a:t> CLASSROOM</a:t>
                      </a:r>
                      <a:endParaRPr lang="en-US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gridSpan="5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Common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</a:tr>
              <a:tr h="370840">
                <a:tc gridSpan="5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Assurance that  learning have occurred</a:t>
                      </a:r>
                      <a:endParaRPr lang="en-US" sz="1800" dirty="0" smtClean="0"/>
                    </a:p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Seeking students attention and interest in the class</a:t>
                      </a:r>
                    </a:p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Nonhomogeneous participation</a:t>
                      </a:r>
                    </a:p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Grading assignments / class participation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UG &amp; G - Large Class Size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UG &amp; G - Small Class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UG &amp; G - STEM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UG &amp; G – Non</a:t>
                      </a:r>
                      <a:r>
                        <a:rPr lang="en-US" b="1" baseline="0" dirty="0" smtClean="0"/>
                        <a:t> STEM</a:t>
                      </a:r>
                      <a:endParaRPr lang="en-US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Community</a:t>
                      </a:r>
                      <a:r>
                        <a:rPr lang="en-US" b="1" baseline="0" dirty="0" smtClean="0"/>
                        <a:t> Colleges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Attentiveness/ Distraction/ Participation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Evaluation participation is time consuming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Meaningful participation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Detail participation rather Y/N responses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Students not prepared for college education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Communication/ interaction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Hesitance to openly express point of 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Lack of confidence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Engaging and Evaluating engagement quickly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Young students often get distracted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Engaging and Evaluating engagement quickly</a:t>
                      </a:r>
                      <a:endParaRPr lang="en-US" sz="14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Accountability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214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found?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55986727"/>
              </p:ext>
            </p:extLst>
          </p:nvPr>
        </p:nvGraphicFramePr>
        <p:xfrm>
          <a:off x="457200" y="1600200"/>
          <a:ext cx="403860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Participation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participation can take many forms.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assign responsibility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Engagement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engagement requires a well-planned lesson plan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30854030"/>
              </p:ext>
            </p:extLst>
          </p:nvPr>
        </p:nvGraphicFramePr>
        <p:xfrm>
          <a:off x="4648200" y="4343400"/>
          <a:ext cx="403860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sng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Distractions</a:t>
                      </a:r>
                      <a:endParaRPr lang="en-US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Students not prepared for class 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of Computer/electronic devices/ Cellphone.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 much participation from few 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5410200"/>
            <a:ext cx="1022380" cy="129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009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found?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11910004"/>
              </p:ext>
            </p:extLst>
          </p:nvPr>
        </p:nvGraphicFramePr>
        <p:xfrm>
          <a:off x="381000" y="1828800"/>
          <a:ext cx="8610600" cy="449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5300"/>
                <a:gridCol w="4305300"/>
              </a:tblGrid>
              <a:tr h="488084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1" u="sng" kern="1200" dirty="0" smtClean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CURRENTLY</a:t>
                      </a:r>
                      <a:r>
                        <a:rPr lang="en-US" sz="2400" b="1" u="sng" kern="1200" baseline="0" dirty="0" smtClean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TESTED SOLUTIONS </a:t>
                      </a:r>
                      <a:endParaRPr lang="en-US" sz="2400" b="1" u="sng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958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1" u="sng" kern="1200" baseline="0" dirty="0" smtClean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Non Technical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1" u="sng" kern="1200" baseline="0" dirty="0" smtClean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Solutions Using Technology </a:t>
                      </a:r>
                    </a:p>
                  </a:txBody>
                  <a:tcPr/>
                </a:tc>
              </a:tr>
              <a:tr h="3611825">
                <a:tc>
                  <a:txBody>
                    <a:bodyPr/>
                    <a:lstStyle/>
                    <a:p>
                      <a:pPr lvl="0"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Ask questions at random</a:t>
                      </a:r>
                    </a:p>
                    <a:p>
                      <a:pPr lvl="0" algn="ctr"/>
                      <a:r>
                        <a:rPr lang="en-US" sz="1800" kern="120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Mock interviews/discussion/ presentation/ project/ exercises /quizzes/ debate/</a:t>
                      </a:r>
                      <a:r>
                        <a:rPr lang="en-US" sz="1800" kern="120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Index card / one minute paper/ team work/ peer evaluation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Grading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participation create motivation 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Evaluating students class participation is time consuming </a:t>
                      </a:r>
                    </a:p>
                    <a:p>
                      <a:pPr lvl="0" algn="ctr"/>
                      <a:endParaRPr lang="en-US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sng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Clicker is commonly used to engage</a:t>
                      </a:r>
                    </a:p>
                    <a:p>
                      <a:pPr lvl="0"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Costly and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difficult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maintenance </a:t>
                      </a:r>
                    </a:p>
                    <a:p>
                      <a:pPr lvl="0"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Useful in asking FAQs</a:t>
                      </a:r>
                    </a:p>
                    <a:p>
                      <a:pPr lvl="0"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Beneficial for large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 quick responses. </a:t>
                      </a:r>
                    </a:p>
                    <a:p>
                      <a:pPr lvl="0"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Requires lot of time and effort </a:t>
                      </a:r>
                    </a:p>
                    <a:p>
                      <a:pPr lvl="0"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useful for in-depth participation</a:t>
                      </a:r>
                    </a:p>
                    <a:p>
                      <a:pPr lvl="0"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Setting up clickers is time consuming</a:t>
                      </a:r>
                    </a:p>
                    <a:p>
                      <a:pPr lvl="0"/>
                      <a:endParaRPr lang="en-US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ctr"/>
                      <a:r>
                        <a:rPr lang="en-US" sz="1800" b="1" u="sng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Cellphone can be a best way to engage students in classroom</a:t>
                      </a:r>
                    </a:p>
                    <a:p>
                      <a:pPr lvl="0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Cellphones are used for survey in class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Canvas discussion on cellphone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362200" y="1223665"/>
            <a:ext cx="4458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is this problem solved today</a:t>
            </a:r>
            <a:r>
              <a:rPr lang="en-US" sz="2400" dirty="0" smtClean="0"/>
              <a:t>?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5466483"/>
            <a:ext cx="1022380" cy="129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36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38" t="11310" r="24702" b="16098"/>
          <a:stretch/>
        </p:blipFill>
        <p:spPr bwMode="auto">
          <a:xfrm>
            <a:off x="228600" y="1171583"/>
            <a:ext cx="8527869" cy="531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Canvas Model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7709" y="6516469"/>
            <a:ext cx="8728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We are now starting to understand this better and are working on </a:t>
            </a:r>
            <a:r>
              <a:rPr lang="en-US" sz="1600" dirty="0" smtClean="0"/>
              <a:t>validating and </a:t>
            </a:r>
            <a:r>
              <a:rPr lang="en-US" sz="1600" dirty="0" smtClean="0"/>
              <a:t>invalidating hypothesis </a:t>
            </a:r>
            <a:endParaRPr lang="en-US" sz="1600" dirty="0"/>
          </a:p>
        </p:txBody>
      </p:sp>
      <p:grpSp>
        <p:nvGrpSpPr>
          <p:cNvPr id="17" name="Group 16"/>
          <p:cNvGrpSpPr/>
          <p:nvPr/>
        </p:nvGrpSpPr>
        <p:grpSpPr>
          <a:xfrm>
            <a:off x="381000" y="1752600"/>
            <a:ext cx="8077200" cy="2895600"/>
            <a:chOff x="381000" y="1752600"/>
            <a:chExt cx="8077200" cy="2895600"/>
          </a:xfrm>
        </p:grpSpPr>
        <p:sp>
          <p:nvSpPr>
            <p:cNvPr id="6" name="Rectangle 5"/>
            <p:cNvSpPr/>
            <p:nvPr/>
          </p:nvSpPr>
          <p:spPr>
            <a:xfrm>
              <a:off x="381000" y="1752600"/>
              <a:ext cx="2479964" cy="990600"/>
            </a:xfrm>
            <a:prstGeom prst="rect">
              <a:avLst/>
            </a:prstGeom>
            <a:solidFill>
              <a:schemeClr val="bg1">
                <a:alpha val="6000"/>
              </a:schemeClr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381000" y="2302708"/>
              <a:ext cx="8077200" cy="2345492"/>
              <a:chOff x="381000" y="2302708"/>
              <a:chExt cx="8077200" cy="2345492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381000" y="4114800"/>
                <a:ext cx="2479964" cy="533400"/>
              </a:xfrm>
              <a:prstGeom prst="rect">
                <a:avLst/>
              </a:prstGeom>
              <a:solidFill>
                <a:schemeClr val="bg1">
                  <a:alpha val="6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Line Callout 2 6"/>
              <p:cNvSpPr/>
              <p:nvPr/>
            </p:nvSpPr>
            <p:spPr>
              <a:xfrm>
                <a:off x="3886200" y="2302708"/>
                <a:ext cx="4572000" cy="1524000"/>
              </a:xfrm>
              <a:prstGeom prst="borderCallout2">
                <a:avLst>
                  <a:gd name="adj1" fmla="val 16932"/>
                  <a:gd name="adj2" fmla="val -555"/>
                  <a:gd name="adj3" fmla="val 16932"/>
                  <a:gd name="adj4" fmla="val -13612"/>
                  <a:gd name="adj5" fmla="val 116136"/>
                  <a:gd name="adj6" fmla="val -24301"/>
                </a:avLst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u="sng" dirty="0" smtClean="0">
                    <a:solidFill>
                      <a:srgbClr val="FF0000"/>
                    </a:solidFill>
                  </a:rPr>
                  <a:t>Potential SOLUTION - TIME Saving</a:t>
                </a:r>
              </a:p>
              <a:p>
                <a:pPr algn="ctr"/>
                <a:r>
                  <a:rPr lang="en-US" b="1" dirty="0" smtClean="0">
                    <a:solidFill>
                      <a:srgbClr val="FF0000"/>
                    </a:solidFill>
                  </a:rPr>
                  <a:t>Outside Class Room = (40 + 20 ) min /class</a:t>
                </a:r>
              </a:p>
              <a:p>
                <a:pPr algn="ctr"/>
                <a:r>
                  <a:rPr lang="en-US" b="1" dirty="0" smtClean="0">
                    <a:solidFill>
                      <a:srgbClr val="FF0000"/>
                    </a:solidFill>
                  </a:rPr>
                  <a:t>Inside Class Room =  30 to 40 min/class </a:t>
                </a:r>
              </a:p>
              <a:p>
                <a:pPr algn="ctr"/>
                <a:r>
                  <a:rPr lang="en-US" b="1" dirty="0" smtClean="0">
                    <a:solidFill>
                      <a:srgbClr val="FF0000"/>
                    </a:solidFill>
                  </a:rPr>
                  <a:t>Target is 50% saving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16" name="Straight Connector 15"/>
            <p:cNvCxnSpPr>
              <a:endCxn id="6" idx="3"/>
            </p:cNvCxnSpPr>
            <p:nvPr/>
          </p:nvCxnSpPr>
          <p:spPr>
            <a:xfrm flipH="1" flipV="1">
              <a:off x="2860964" y="2247900"/>
              <a:ext cx="415636" cy="3429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381000" y="2811252"/>
            <a:ext cx="7769134" cy="2751348"/>
            <a:chOff x="381000" y="2811252"/>
            <a:chExt cx="7769134" cy="2751348"/>
          </a:xfrm>
        </p:grpSpPr>
        <p:grpSp>
          <p:nvGrpSpPr>
            <p:cNvPr id="12" name="Group 11"/>
            <p:cNvGrpSpPr/>
            <p:nvPr/>
          </p:nvGrpSpPr>
          <p:grpSpPr>
            <a:xfrm>
              <a:off x="381000" y="2811252"/>
              <a:ext cx="2479964" cy="2751348"/>
              <a:chOff x="381000" y="2811252"/>
              <a:chExt cx="2479964" cy="2751348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381000" y="2811252"/>
                <a:ext cx="2479964" cy="846348"/>
              </a:xfrm>
              <a:prstGeom prst="rect">
                <a:avLst/>
              </a:prstGeom>
              <a:solidFill>
                <a:schemeClr val="bg1">
                  <a:alpha val="6000"/>
                </a:schemeClr>
              </a:solidFill>
              <a:ln w="571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381000" y="5029200"/>
                <a:ext cx="2479964" cy="533400"/>
              </a:xfrm>
              <a:prstGeom prst="rect">
                <a:avLst/>
              </a:prstGeom>
              <a:solidFill>
                <a:schemeClr val="bg1">
                  <a:alpha val="6000"/>
                </a:schemeClr>
              </a:solidFill>
              <a:ln w="571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3" name="Line Callout 2 12"/>
            <p:cNvSpPr/>
            <p:nvPr/>
          </p:nvSpPr>
          <p:spPr>
            <a:xfrm>
              <a:off x="4041865" y="4114799"/>
              <a:ext cx="4108269" cy="885817"/>
            </a:xfrm>
            <a:prstGeom prst="borderCallout2">
              <a:avLst>
                <a:gd name="adj1" fmla="val 21324"/>
                <a:gd name="adj2" fmla="val -914"/>
                <a:gd name="adj3" fmla="val 18750"/>
                <a:gd name="adj4" fmla="val -16667"/>
                <a:gd name="adj5" fmla="val -49635"/>
                <a:gd name="adj6" fmla="val -29130"/>
              </a:avLst>
            </a:prstGeom>
            <a:solidFill>
              <a:schemeClr val="bg1"/>
            </a:solidFill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u="sng" dirty="0" smtClean="0">
                  <a:solidFill>
                    <a:schemeClr val="tx2"/>
                  </a:solidFill>
                </a:rPr>
                <a:t>PAINS / GOALS</a:t>
              </a:r>
              <a:endParaRPr lang="en-US" sz="2400" b="1" u="sng" dirty="0">
                <a:solidFill>
                  <a:schemeClr val="tx2"/>
                </a:solidFill>
              </a:endParaRPr>
            </a:p>
          </p:txBody>
        </p:sp>
        <p:cxnSp>
          <p:nvCxnSpPr>
            <p:cNvPr id="19" name="Straight Connector 18"/>
            <p:cNvCxnSpPr/>
            <p:nvPr/>
          </p:nvCxnSpPr>
          <p:spPr>
            <a:xfrm flipV="1">
              <a:off x="2860964" y="4267200"/>
              <a:ext cx="415636" cy="76200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381000" y="3524250"/>
            <a:ext cx="7917873" cy="2495550"/>
            <a:chOff x="381000" y="3524250"/>
            <a:chExt cx="7917873" cy="2495550"/>
          </a:xfrm>
        </p:grpSpPr>
        <p:sp>
          <p:nvSpPr>
            <p:cNvPr id="25" name="Line Callout 2 24"/>
            <p:cNvSpPr/>
            <p:nvPr/>
          </p:nvSpPr>
          <p:spPr>
            <a:xfrm>
              <a:off x="4350328" y="3524250"/>
              <a:ext cx="3948545" cy="990600"/>
            </a:xfrm>
            <a:prstGeom prst="borderCallout2">
              <a:avLst>
                <a:gd name="adj1" fmla="val 22946"/>
                <a:gd name="adj2" fmla="val -1315"/>
                <a:gd name="adj3" fmla="val 21548"/>
                <a:gd name="adj4" fmla="val -16667"/>
                <a:gd name="adj5" fmla="val 202011"/>
                <a:gd name="adj6" fmla="val -37895"/>
              </a:avLst>
            </a:prstGeom>
            <a:solidFill>
              <a:schemeClr val="bg1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smtClean="0">
                  <a:solidFill>
                    <a:srgbClr val="00B050"/>
                  </a:solidFill>
                </a:rPr>
                <a:t>CURRENT SOLUTION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81000" y="5562600"/>
              <a:ext cx="2479964" cy="4572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81000" y="5219700"/>
            <a:ext cx="7051964" cy="1296769"/>
            <a:chOff x="381000" y="5219700"/>
            <a:chExt cx="7051964" cy="1296769"/>
          </a:xfrm>
        </p:grpSpPr>
        <p:sp>
          <p:nvSpPr>
            <p:cNvPr id="28" name="Line Callout 2 27"/>
            <p:cNvSpPr/>
            <p:nvPr/>
          </p:nvSpPr>
          <p:spPr>
            <a:xfrm>
              <a:off x="4350328" y="5219700"/>
              <a:ext cx="3082636" cy="876300"/>
            </a:xfrm>
            <a:prstGeom prst="borderCallout2">
              <a:avLst>
                <a:gd name="adj1" fmla="val 17169"/>
                <a:gd name="adj2" fmla="val 656"/>
                <a:gd name="adj3" fmla="val 18750"/>
                <a:gd name="adj4" fmla="val -16667"/>
                <a:gd name="adj5" fmla="val 112500"/>
                <a:gd name="adj6" fmla="val -46667"/>
              </a:avLst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u="sng" dirty="0" smtClean="0">
                  <a:solidFill>
                    <a:srgbClr val="C00000"/>
                  </a:solidFill>
                </a:rPr>
                <a:t>SURPRISE</a:t>
              </a:r>
            </a:p>
            <a:p>
              <a:pPr algn="ctr"/>
              <a:r>
                <a:rPr lang="en-US" b="1" dirty="0" smtClean="0">
                  <a:solidFill>
                    <a:srgbClr val="C00000"/>
                  </a:solidFill>
                </a:rPr>
                <a:t>FERPA – Evaluation in Privacy 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81000" y="6019800"/>
              <a:ext cx="2479964" cy="496669"/>
            </a:xfrm>
            <a:prstGeom prst="roundRect">
              <a:avLst/>
            </a:prstGeom>
            <a:solidFill>
              <a:schemeClr val="bg1">
                <a:alpha val="0"/>
              </a:schemeClr>
            </a:solidFill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4700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/>
              <a:t>Ecosystem </a:t>
            </a:r>
            <a:r>
              <a:rPr lang="en-US" b="1" dirty="0" smtClean="0"/>
              <a:t>Diagram</a:t>
            </a:r>
            <a:endParaRPr lang="en-US" b="1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225331886"/>
              </p:ext>
            </p:extLst>
          </p:nvPr>
        </p:nvGraphicFramePr>
        <p:xfrm>
          <a:off x="5105400" y="2155537"/>
          <a:ext cx="3962400" cy="248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6220691" y="4405745"/>
            <a:ext cx="1219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439891" y="4191000"/>
            <a:ext cx="0" cy="214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220691" y="4191000"/>
            <a:ext cx="0" cy="214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 rot="10800000">
            <a:off x="6248400" y="4572000"/>
            <a:ext cx="1219200" cy="214745"/>
            <a:chOff x="6373091" y="4343400"/>
            <a:chExt cx="1219200" cy="214745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6373091" y="4558145"/>
              <a:ext cx="1219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7592291" y="4343400"/>
              <a:ext cx="0" cy="2147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373091" y="4343400"/>
              <a:ext cx="0" cy="2147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/>
          <p:cNvCxnSpPr/>
          <p:nvPr/>
        </p:nvCxnSpPr>
        <p:spPr>
          <a:xfrm>
            <a:off x="6857999" y="4405745"/>
            <a:ext cx="0" cy="166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29145"/>
            <a:ext cx="5029201" cy="5585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4194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Customer discovery </a:t>
            </a:r>
            <a:r>
              <a:rPr lang="en-US" dirty="0" smtClean="0"/>
              <a:t>has completely changed our point-of-view about our product.</a:t>
            </a:r>
          </a:p>
          <a:p>
            <a:r>
              <a:rPr lang="en-US" dirty="0" smtClean="0"/>
              <a:t>Further investigate customer type and pains</a:t>
            </a:r>
          </a:p>
          <a:p>
            <a:r>
              <a:rPr lang="en-US" dirty="0" smtClean="0"/>
              <a:t>Back to the drawing board – Modify CLICK2TEXT architecture</a:t>
            </a:r>
          </a:p>
          <a:p>
            <a:pPr lvl="1"/>
            <a:r>
              <a:rPr lang="en-US" dirty="0" smtClean="0"/>
              <a:t>Change /add features in CLICK2TEXT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5029199"/>
            <a:ext cx="1295400" cy="164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19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</TotalTime>
  <Words>572</Words>
  <Application>Microsoft Office PowerPoint</Application>
  <PresentationFormat>On-screen Show (4:3)</PresentationFormat>
  <Paragraphs>114</Paragraphs>
  <Slides>10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Team 4  Secure Messaging: Click2Text</vt:lpstr>
      <vt:lpstr>What We Thought?</vt:lpstr>
      <vt:lpstr>What we did? </vt:lpstr>
      <vt:lpstr>What we found:</vt:lpstr>
      <vt:lpstr>What we found?</vt:lpstr>
      <vt:lpstr>What we found?</vt:lpstr>
      <vt:lpstr>What we found?</vt:lpstr>
      <vt:lpstr>Business Canvas Model</vt:lpstr>
      <vt:lpstr>Ecosystem Diagram</vt:lpstr>
      <vt:lpstr>What’s next?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4 : Secure Messaging Click2Text</dc:title>
  <dc:creator>Muhammad Ahmed</dc:creator>
  <cp:lastModifiedBy>Muhammad Ahmed</cp:lastModifiedBy>
  <cp:revision>90</cp:revision>
  <dcterms:created xsi:type="dcterms:W3CDTF">2016-03-17T04:59:39Z</dcterms:created>
  <dcterms:modified xsi:type="dcterms:W3CDTF">2016-04-06T20:39:03Z</dcterms:modified>
</cp:coreProperties>
</file>